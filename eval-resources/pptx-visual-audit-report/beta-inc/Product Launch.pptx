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product launch presentation. Start with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market size. Pause after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Georgia"/>
              </a:defRPr>
            </a:pPr>
            <a:r>
              <a:t>Product Launch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CCCCC"/>
                </a:solidFill>
                <a:latin typeface="Arial"/>
              </a:defRPr>
            </a:pPr>
            <a:r>
              <a:t>@betainc | #launch2024 | beta-inc.io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Verdana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Verdana"/>
              </a:defRPr>
            </a:pPr>
            <a:r>
              <a:t>TAM: 4.2B global developer tools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Arial"/>
              </a:defRPr>
            </a:pPr>
            <a:r>
              <a:t>@betainc | #launch2024 | beta-inc.io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0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0000"/>
                </a:solidFill>
                <a:latin typeface="Georgia"/>
              </a:defRPr>
            </a:pPr>
            <a:r>
              <a:t>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57200"/>
            <a:ext cx="4114800" cy="411480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[Product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@betainc | #launch2024 | beta-inc.io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