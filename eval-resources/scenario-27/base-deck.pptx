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Slide 1: Title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Slide 2: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Slide 3: 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Slide 4: Current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Slide 5: Performance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Slide 6: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