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Keynote Compat 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1 —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2 —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3 —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