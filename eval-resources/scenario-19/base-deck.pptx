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The Arc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Points</a:t>
            </a:r>
          </a:p>
          <a:p>
            <a:pPr>
              <a:defRPr sz="2000"/>
            </a:pPr>
            <a:r>
              <a:t>AI has evolved through several paradigm shifts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Resources &amp; Shownotes</a:t>
            </a:r>
          </a:p>
          <a:p>
            <a:pPr>
              <a:defRPr sz="2400">
                <a:solidFill>
                  <a:srgbClr val="3366CC"/>
                </a:solidFill>
              </a:defRPr>
            </a:pPr>
            <a:r>
              <a:t>https://jbaru.ch/arc-of-ai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C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@jbaruch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