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to the Q1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2C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Impact"/>
              </a:defRPr>
            </a:pPr>
            <a:r>
              <a:t>Q1 Business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4" name="Cloud Callout 3"/>
          <p:cNvSpPr/>
          <p:nvPr/>
        </p:nvSpPr>
        <p:spPr>
          <a:xfrm>
            <a:off x="5486400" y="1371600"/>
            <a:ext cx="2743200" cy="1828800"/>
          </a:xfrm>
          <a:prstGeom prst="cloudCallou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Revenue up 23%\!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C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Bangers"/>
              </a:defRPr>
            </a:pPr>
            <a:r>
              <a:t>Breaking News</a:t>
            </a:r>
          </a:p>
        </p:txBody>
      </p:sp>
      <p:sp>
        <p:nvSpPr>
          <p:cNvPr id="4" name="Explosion 3"/>
          <p:cNvSpPr/>
          <p:nvPr/>
        </p:nvSpPr>
        <p:spPr>
          <a:xfrm>
            <a:off x="4572000" y="914400"/>
            <a:ext cx="3657600" cy="2743200"/>
          </a:xfrm>
          <a:prstGeom prst="irregularSeal1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Arial"/>
              </a:defRPr>
            </a:pPr>
            <a:r>
              <a:t>@acmecorp | #Q1Review | acme.com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Next Steps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Hire 3 engineers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Launch v2.0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Expand to EMEA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